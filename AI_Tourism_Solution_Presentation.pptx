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venir LT Std Medium" charset="1" panose="020B0603020203020204"/>
      <p:regular r:id="rId18"/>
    </p:embeddedFont>
    <p:embeddedFont>
      <p:font typeface="GE SS Two Light" charset="1" panose="020A0503020102020204"/>
      <p:regular r:id="rId19"/>
    </p:embeddedFont>
    <p:embeddedFont>
      <p:font typeface="Canva Sans" charset="1" panose="020B0503030501040103"/>
      <p:regular r:id="rId20"/>
    </p:embeddedFont>
    <p:embeddedFont>
      <p:font typeface="Century Gothic Paneuropean Bold" charset="1" panose="020B0702020202020204"/>
      <p:regular r:id="rId21"/>
    </p:embeddedFont>
    <p:embeddedFont>
      <p:font typeface="Century Gothic" charset="1" panose="020B0502020202020204"/>
      <p:regular r:id="rId22"/>
    </p:embeddedFont>
    <p:embeddedFont>
      <p:font typeface="Century Gothic Paneuropean" charset="1" panose="020B0502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11" Target="../media/image5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.png" Type="http://schemas.openxmlformats.org/officeDocument/2006/relationships/image"/><Relationship Id="rId9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11" Target="../media/image5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.png" Type="http://schemas.openxmlformats.org/officeDocument/2006/relationships/image"/><Relationship Id="rId9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11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3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7913382" y="-1079727"/>
            <a:ext cx="12446453" cy="1244645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EC492">
                    <a:alpha val="100000"/>
                  </a:srgbClr>
                </a:gs>
                <a:gs pos="100000">
                  <a:srgbClr val="2C8BB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72092" lIns="72092" bIns="72092" rIns="72092"/>
            <a:lstStyle/>
            <a:p>
              <a:pPr algn="ctr">
                <a:lnSpc>
                  <a:spcPts val="188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35199" y="0"/>
            <a:ext cx="6985436" cy="7108554"/>
            <a:chOff x="0" y="0"/>
            <a:chExt cx="1839786" cy="18722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39786" cy="1872212"/>
            </a:xfrm>
            <a:custGeom>
              <a:avLst/>
              <a:gdLst/>
              <a:ahLst/>
              <a:cxnLst/>
              <a:rect r="r" b="b" t="t" l="l"/>
              <a:pathLst>
                <a:path h="1872212" w="1839786">
                  <a:moveTo>
                    <a:pt x="0" y="0"/>
                  </a:moveTo>
                  <a:lnTo>
                    <a:pt x="1839786" y="0"/>
                  </a:lnTo>
                  <a:lnTo>
                    <a:pt x="1839786" y="1872212"/>
                  </a:lnTo>
                  <a:lnTo>
                    <a:pt x="0" y="1872212"/>
                  </a:lnTo>
                  <a:close/>
                </a:path>
              </a:pathLst>
            </a:custGeom>
            <a:solidFill>
              <a:srgbClr val="CCE3E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839786" cy="1900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970803" y="311215"/>
            <a:ext cx="1605527" cy="1473071"/>
          </a:xfrm>
          <a:custGeom>
            <a:avLst/>
            <a:gdLst/>
            <a:ahLst/>
            <a:cxnLst/>
            <a:rect r="r" b="b" t="t" l="l"/>
            <a:pathLst>
              <a:path h="1473071" w="1605527">
                <a:moveTo>
                  <a:pt x="0" y="0"/>
                </a:moveTo>
                <a:lnTo>
                  <a:pt x="1605527" y="0"/>
                </a:lnTo>
                <a:lnTo>
                  <a:pt x="1605527" y="1473070"/>
                </a:lnTo>
                <a:lnTo>
                  <a:pt x="0" y="1473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522765" y="292165"/>
            <a:ext cx="1473071" cy="1473071"/>
          </a:xfrm>
          <a:custGeom>
            <a:avLst/>
            <a:gdLst/>
            <a:ahLst/>
            <a:cxnLst/>
            <a:rect r="r" b="b" t="t" l="l"/>
            <a:pathLst>
              <a:path h="1473071" w="1473071">
                <a:moveTo>
                  <a:pt x="0" y="0"/>
                </a:moveTo>
                <a:lnTo>
                  <a:pt x="1473070" y="0"/>
                </a:lnTo>
                <a:lnTo>
                  <a:pt x="1473070" y="1473070"/>
                </a:lnTo>
                <a:lnTo>
                  <a:pt x="0" y="14730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5773566" y="8834430"/>
            <a:ext cx="2141289" cy="2054762"/>
          </a:xfrm>
          <a:custGeom>
            <a:avLst/>
            <a:gdLst/>
            <a:ahLst/>
            <a:cxnLst/>
            <a:rect r="r" b="b" t="t" l="l"/>
            <a:pathLst>
              <a:path h="2054762" w="2141289">
                <a:moveTo>
                  <a:pt x="0" y="0"/>
                </a:moveTo>
                <a:lnTo>
                  <a:pt x="2141289" y="0"/>
                </a:lnTo>
                <a:lnTo>
                  <a:pt x="2141289" y="2054762"/>
                </a:lnTo>
                <a:lnTo>
                  <a:pt x="0" y="20547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3218" t="-328037" r="-1181034" b="-1212507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1" id="11"/>
          <p:cNvGrpSpPr/>
          <p:nvPr/>
        </p:nvGrpSpPr>
        <p:grpSpPr>
          <a:xfrm rot="0">
            <a:off x="8435374" y="7331621"/>
            <a:ext cx="6071332" cy="1166647"/>
            <a:chOff x="0" y="0"/>
            <a:chExt cx="8095109" cy="155553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238125"/>
              <a:ext cx="8095109" cy="1515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13"/>
                </a:lnSpc>
                <a:spcBef>
                  <a:spcPct val="0"/>
                </a:spcBef>
              </a:pPr>
              <a:r>
                <a:rPr lang="en-US" b="true" sz="6223">
                  <a:solidFill>
                    <a:srgbClr val="FAFAFA"/>
                  </a:solidFill>
                  <a:latin typeface="Avenir LT Std Medium"/>
                  <a:ea typeface="Avenir LT Std Medium"/>
                  <a:cs typeface="Avenir LT Std Medium"/>
                  <a:sym typeface="Avenir LT Std Medium"/>
                </a:rPr>
                <a:t>COMPETITIONS</a:t>
              </a: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946346" y="181906"/>
              <a:ext cx="653424" cy="653424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EC49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43370" lIns="43370" bIns="43370" rIns="43370"/>
              <a:lstStyle/>
              <a:p>
                <a:pPr algn="ctr">
                  <a:lnSpc>
                    <a:spcPts val="3148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2963814" y="900065"/>
              <a:ext cx="5131296" cy="655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3831"/>
                </a:lnSpc>
                <a:spcBef>
                  <a:spcPct val="0"/>
                </a:spcBef>
              </a:pPr>
              <a:r>
                <a:rPr lang="ar-EG" sz="2737" spc="-2">
                  <a:solidFill>
                    <a:srgbClr val="FFFFFF"/>
                  </a:solidFill>
                  <a:latin typeface="GE SS Two Light"/>
                  <a:ea typeface="GE SS Two Light"/>
                  <a:cs typeface="GE SS Two Light"/>
                  <a:sym typeface="GE SS Two Light"/>
                  <a:rtl val="true"/>
                </a:rPr>
                <a:t>مسابقات اليوم الهندسي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4648483" y="-387902"/>
            <a:ext cx="2871304" cy="2871304"/>
          </a:xfrm>
          <a:custGeom>
            <a:avLst/>
            <a:gdLst/>
            <a:ahLst/>
            <a:cxnLst/>
            <a:rect r="r" b="b" t="t" l="l"/>
            <a:pathLst>
              <a:path h="2871304" w="2871304">
                <a:moveTo>
                  <a:pt x="0" y="0"/>
                </a:moveTo>
                <a:lnTo>
                  <a:pt x="2871304" y="0"/>
                </a:lnTo>
                <a:lnTo>
                  <a:pt x="2871304" y="2871304"/>
                </a:lnTo>
                <a:lnTo>
                  <a:pt x="0" y="28713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590471" y="5694596"/>
            <a:ext cx="9028318" cy="1197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8989"/>
              </a:lnSpc>
              <a:spcBef>
                <a:spcPct val="0"/>
              </a:spcBef>
            </a:pPr>
            <a:r>
              <a:rPr lang="ar-EG" sz="6420" spc="-6">
                <a:solidFill>
                  <a:srgbClr val="143B50"/>
                </a:solidFill>
                <a:latin typeface="GE SS Two Light"/>
                <a:ea typeface="GE SS Two Light"/>
                <a:cs typeface="GE SS Two Light"/>
                <a:sym typeface="GE SS Two Light"/>
                <a:rtl val="true"/>
              </a:rPr>
              <a:t>اسم مشروع الفريق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79105" y="8568222"/>
            <a:ext cx="3436840" cy="434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3249"/>
              </a:lnSpc>
              <a:spcBef>
                <a:spcPct val="0"/>
              </a:spcBef>
            </a:pPr>
            <a:r>
              <a:rPr lang="ar-EG" sz="2321" spc="-2">
                <a:solidFill>
                  <a:srgbClr val="FAFAFA"/>
                </a:solidFill>
                <a:latin typeface="GE SS Two Light"/>
                <a:ea typeface="GE SS Two Light"/>
                <a:cs typeface="GE SS Two Light"/>
                <a:sym typeface="GE SS Two Light"/>
                <a:rtl val="true"/>
              </a:rPr>
              <a:t>مسابقة الذكاء الاصطناعي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2252255" y="621047"/>
            <a:ext cx="2280817" cy="853406"/>
          </a:xfrm>
          <a:custGeom>
            <a:avLst/>
            <a:gdLst/>
            <a:ahLst/>
            <a:cxnLst/>
            <a:rect r="r" b="b" t="t" l="l"/>
            <a:pathLst>
              <a:path h="853406" w="2280817">
                <a:moveTo>
                  <a:pt x="0" y="0"/>
                </a:moveTo>
                <a:lnTo>
                  <a:pt x="2280816" y="0"/>
                </a:lnTo>
                <a:lnTo>
                  <a:pt x="2280816" y="853406"/>
                </a:lnTo>
                <a:lnTo>
                  <a:pt x="0" y="8534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3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686808" y="5063783"/>
            <a:ext cx="206944" cy="633202"/>
            <a:chOff x="0" y="0"/>
            <a:chExt cx="54504" cy="1667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504" cy="166769"/>
            </a:xfrm>
            <a:custGeom>
              <a:avLst/>
              <a:gdLst/>
              <a:ahLst/>
              <a:cxnLst/>
              <a:rect r="r" b="b" t="t" l="l"/>
              <a:pathLst>
                <a:path h="166769" w="54504">
                  <a:moveTo>
                    <a:pt x="0" y="0"/>
                  </a:moveTo>
                  <a:lnTo>
                    <a:pt x="54504" y="0"/>
                  </a:lnTo>
                  <a:lnTo>
                    <a:pt x="54504" y="166769"/>
                  </a:lnTo>
                  <a:lnTo>
                    <a:pt x="0" y="166769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4504" cy="1953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801667" y="5098987"/>
            <a:ext cx="3592990" cy="505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  <a:spcBef>
                <a:spcPct val="0"/>
              </a:spcBef>
            </a:pPr>
            <a:r>
              <a:rPr lang="en-US" sz="2968">
                <a:solidFill>
                  <a:srgbClr val="FAFAFA"/>
                </a:solidFill>
                <a:latin typeface="Canva Sans"/>
                <a:ea typeface="Canva Sans"/>
                <a:cs typeface="Canva Sans"/>
                <a:sym typeface="Canva Sans"/>
              </a:rPr>
              <a:t>Write something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02156" y="5927324"/>
            <a:ext cx="5390939" cy="505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  <a:spcBef>
                <a:spcPct val="0"/>
              </a:spcBef>
            </a:pPr>
            <a:r>
              <a:rPr lang="en-US" sz="2968">
                <a:solidFill>
                  <a:srgbClr val="FAFAFA"/>
                </a:solidFill>
                <a:latin typeface="Canva Sans"/>
                <a:ea typeface="Canva Sans"/>
                <a:cs typeface="Canva Sans"/>
                <a:sym typeface="Canva Sans"/>
              </a:rPr>
              <a:t>Write something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01667" y="6768298"/>
            <a:ext cx="4093684" cy="505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  <a:spcBef>
                <a:spcPct val="0"/>
              </a:spcBef>
            </a:pPr>
            <a:r>
              <a:rPr lang="en-US" sz="2968">
                <a:solidFill>
                  <a:srgbClr val="FAFAFA"/>
                </a:solidFill>
                <a:latin typeface="Canva Sans"/>
                <a:ea typeface="Canva Sans"/>
                <a:cs typeface="Canva Sans"/>
                <a:sym typeface="Canva Sans"/>
              </a:rPr>
              <a:t>Write something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01667" y="5927324"/>
            <a:ext cx="4093684" cy="505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  <a:spcBef>
                <a:spcPct val="0"/>
              </a:spcBef>
            </a:pPr>
            <a:r>
              <a:rPr lang="en-US" sz="2968">
                <a:solidFill>
                  <a:srgbClr val="FAFAFA"/>
                </a:solidFill>
                <a:latin typeface="Canva Sans"/>
                <a:ea typeface="Canva Sans"/>
                <a:cs typeface="Canva Sans"/>
                <a:sym typeface="Canva Sans"/>
              </a:rPr>
              <a:t>Write something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02156" y="5086350"/>
            <a:ext cx="5390939" cy="505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  <a:spcBef>
                <a:spcPct val="0"/>
              </a:spcBef>
            </a:pPr>
            <a:r>
              <a:rPr lang="en-US" sz="2968">
                <a:solidFill>
                  <a:srgbClr val="FAFAFA"/>
                </a:solidFill>
                <a:latin typeface="Canva Sans"/>
                <a:ea typeface="Canva Sans"/>
                <a:cs typeface="Canva Sans"/>
                <a:sym typeface="Canva Sans"/>
              </a:rPr>
              <a:t>Write something</a:t>
            </a:r>
          </a:p>
        </p:txBody>
      </p:sp>
      <p:grpSp>
        <p:nvGrpSpPr>
          <p:cNvPr name="Group 10" id="10"/>
          <p:cNvGrpSpPr/>
          <p:nvPr/>
        </p:nvGrpSpPr>
        <p:grpSpPr>
          <a:xfrm rot="5400000">
            <a:off x="7686808" y="5892121"/>
            <a:ext cx="206944" cy="633202"/>
            <a:chOff x="0" y="0"/>
            <a:chExt cx="54504" cy="1667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504" cy="166769"/>
            </a:xfrm>
            <a:custGeom>
              <a:avLst/>
              <a:gdLst/>
              <a:ahLst/>
              <a:cxnLst/>
              <a:rect r="r" b="b" t="t" l="l"/>
              <a:pathLst>
                <a:path h="166769" w="54504">
                  <a:moveTo>
                    <a:pt x="0" y="0"/>
                  </a:moveTo>
                  <a:lnTo>
                    <a:pt x="54504" y="0"/>
                  </a:lnTo>
                  <a:lnTo>
                    <a:pt x="54504" y="166769"/>
                  </a:lnTo>
                  <a:lnTo>
                    <a:pt x="0" y="166769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54504" cy="1953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5400000">
            <a:off x="2086319" y="5063783"/>
            <a:ext cx="206944" cy="633202"/>
            <a:chOff x="0" y="0"/>
            <a:chExt cx="54504" cy="1667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504" cy="166769"/>
            </a:xfrm>
            <a:custGeom>
              <a:avLst/>
              <a:gdLst/>
              <a:ahLst/>
              <a:cxnLst/>
              <a:rect r="r" b="b" t="t" l="l"/>
              <a:pathLst>
                <a:path h="166769" w="54504">
                  <a:moveTo>
                    <a:pt x="0" y="0"/>
                  </a:moveTo>
                  <a:lnTo>
                    <a:pt x="54504" y="0"/>
                  </a:lnTo>
                  <a:lnTo>
                    <a:pt x="54504" y="166769"/>
                  </a:lnTo>
                  <a:lnTo>
                    <a:pt x="0" y="166769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54504" cy="1953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4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5400000">
            <a:off x="2086319" y="5898439"/>
            <a:ext cx="206944" cy="633202"/>
            <a:chOff x="0" y="0"/>
            <a:chExt cx="54504" cy="1667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504" cy="166769"/>
            </a:xfrm>
            <a:custGeom>
              <a:avLst/>
              <a:gdLst/>
              <a:ahLst/>
              <a:cxnLst/>
              <a:rect r="r" b="b" t="t" l="l"/>
              <a:pathLst>
                <a:path h="166769" w="54504">
                  <a:moveTo>
                    <a:pt x="0" y="0"/>
                  </a:moveTo>
                  <a:lnTo>
                    <a:pt x="54504" y="0"/>
                  </a:lnTo>
                  <a:lnTo>
                    <a:pt x="54504" y="166769"/>
                  </a:lnTo>
                  <a:lnTo>
                    <a:pt x="0" y="166769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54504" cy="1953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5400000">
            <a:off x="2086319" y="6733095"/>
            <a:ext cx="206944" cy="633202"/>
            <a:chOff x="0" y="0"/>
            <a:chExt cx="54504" cy="1667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504" cy="166769"/>
            </a:xfrm>
            <a:custGeom>
              <a:avLst/>
              <a:gdLst/>
              <a:ahLst/>
              <a:cxnLst/>
              <a:rect r="r" b="b" t="t" l="l"/>
              <a:pathLst>
                <a:path h="166769" w="54504">
                  <a:moveTo>
                    <a:pt x="0" y="0"/>
                  </a:moveTo>
                  <a:lnTo>
                    <a:pt x="54504" y="0"/>
                  </a:lnTo>
                  <a:lnTo>
                    <a:pt x="54504" y="166769"/>
                  </a:lnTo>
                  <a:lnTo>
                    <a:pt x="0" y="166769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54504" cy="1953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4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-1625065" y="-7941128"/>
            <a:ext cx="12446453" cy="12446453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EC492">
                    <a:alpha val="100000"/>
                  </a:srgbClr>
                </a:gs>
                <a:gs pos="100000">
                  <a:srgbClr val="2C8BB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72092" lIns="72092" bIns="72092" rIns="72092"/>
            <a:lstStyle/>
            <a:p>
              <a:pPr algn="ctr">
                <a:lnSpc>
                  <a:spcPts val="1883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-683259" y="2220348"/>
            <a:ext cx="11550440" cy="1456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64"/>
              </a:lnSpc>
              <a:spcBef>
                <a:spcPct val="0"/>
              </a:spcBef>
            </a:pPr>
            <a:r>
              <a:rPr lang="en-US" b="true" sz="8546">
                <a:solidFill>
                  <a:srgbClr val="123C5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OUTLINES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5773566" y="8834430"/>
            <a:ext cx="2141289" cy="2054762"/>
          </a:xfrm>
          <a:custGeom>
            <a:avLst/>
            <a:gdLst/>
            <a:ahLst/>
            <a:cxnLst/>
            <a:rect r="r" b="b" t="t" l="l"/>
            <a:pathLst>
              <a:path h="2054762" w="2141289">
                <a:moveTo>
                  <a:pt x="0" y="0"/>
                </a:moveTo>
                <a:lnTo>
                  <a:pt x="2141289" y="0"/>
                </a:lnTo>
                <a:lnTo>
                  <a:pt x="2141289" y="2054762"/>
                </a:lnTo>
                <a:lnTo>
                  <a:pt x="0" y="2054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3218" t="-328037" r="-1181034" b="-1212507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4970803" y="311215"/>
            <a:ext cx="1605527" cy="1473071"/>
          </a:xfrm>
          <a:custGeom>
            <a:avLst/>
            <a:gdLst/>
            <a:ahLst/>
            <a:cxnLst/>
            <a:rect r="r" b="b" t="t" l="l"/>
            <a:pathLst>
              <a:path h="1473071" w="1605527">
                <a:moveTo>
                  <a:pt x="0" y="0"/>
                </a:moveTo>
                <a:lnTo>
                  <a:pt x="1605527" y="0"/>
                </a:lnTo>
                <a:lnTo>
                  <a:pt x="1605527" y="1473070"/>
                </a:lnTo>
                <a:lnTo>
                  <a:pt x="0" y="14730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16522765" y="292165"/>
            <a:ext cx="1473071" cy="1473071"/>
          </a:xfrm>
          <a:custGeom>
            <a:avLst/>
            <a:gdLst/>
            <a:ahLst/>
            <a:cxnLst/>
            <a:rect r="r" b="b" t="t" l="l"/>
            <a:pathLst>
              <a:path h="1473071" w="1473071">
                <a:moveTo>
                  <a:pt x="0" y="0"/>
                </a:moveTo>
                <a:lnTo>
                  <a:pt x="1473070" y="0"/>
                </a:lnTo>
                <a:lnTo>
                  <a:pt x="1473070" y="1473070"/>
                </a:lnTo>
                <a:lnTo>
                  <a:pt x="0" y="1473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12891902" y="-98434"/>
            <a:ext cx="2254267" cy="2254267"/>
          </a:xfrm>
          <a:custGeom>
            <a:avLst/>
            <a:gdLst/>
            <a:ahLst/>
            <a:cxnLst/>
            <a:rect r="r" b="b" t="t" l="l"/>
            <a:pathLst>
              <a:path h="2254267" w="2254267">
                <a:moveTo>
                  <a:pt x="0" y="0"/>
                </a:moveTo>
                <a:lnTo>
                  <a:pt x="2254267" y="0"/>
                </a:lnTo>
                <a:lnTo>
                  <a:pt x="2254267" y="2254268"/>
                </a:lnTo>
                <a:lnTo>
                  <a:pt x="0" y="22542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611085" y="601997"/>
            <a:ext cx="2280817" cy="853406"/>
          </a:xfrm>
          <a:custGeom>
            <a:avLst/>
            <a:gdLst/>
            <a:ahLst/>
            <a:cxnLst/>
            <a:rect r="r" b="b" t="t" l="l"/>
            <a:pathLst>
              <a:path h="853406" w="2280817">
                <a:moveTo>
                  <a:pt x="0" y="0"/>
                </a:moveTo>
                <a:lnTo>
                  <a:pt x="2280817" y="0"/>
                </a:lnTo>
                <a:lnTo>
                  <a:pt x="2280817" y="853406"/>
                </a:lnTo>
                <a:lnTo>
                  <a:pt x="0" y="8534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20579" y="0"/>
            <a:ext cx="386471" cy="10287000"/>
            <a:chOff x="0" y="0"/>
            <a:chExt cx="10178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78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1787">
                  <a:moveTo>
                    <a:pt x="0" y="0"/>
                  </a:moveTo>
                  <a:lnTo>
                    <a:pt x="101787" y="0"/>
                  </a:lnTo>
                  <a:lnTo>
                    <a:pt x="101787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8EC492">
                    <a:alpha val="100000"/>
                  </a:srgbClr>
                </a:gs>
                <a:gs pos="100000">
                  <a:srgbClr val="2C8BB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787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25539" y="2677510"/>
            <a:ext cx="2610058" cy="126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482"/>
              </a:lnSpc>
              <a:spcBef>
                <a:spcPct val="0"/>
              </a:spcBef>
            </a:pPr>
            <a:r>
              <a:rPr lang="en-US" sz="7487" spc="-7">
                <a:solidFill>
                  <a:srgbClr val="143B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Title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41190" y="4402129"/>
            <a:ext cx="8507985" cy="86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22"/>
              </a:lnSpc>
              <a:spcBef>
                <a:spcPct val="0"/>
              </a:spcBef>
            </a:pPr>
            <a:r>
              <a:rPr lang="en-US" sz="5087" spc="-5">
                <a:solidFill>
                  <a:srgbClr val="143B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the text here</a:t>
            </a:r>
          </a:p>
        </p:txBody>
      </p:sp>
      <p:grpSp>
        <p:nvGrpSpPr>
          <p:cNvPr name="Group 7" id="7"/>
          <p:cNvGrpSpPr/>
          <p:nvPr/>
        </p:nvGrpSpPr>
        <p:grpSpPr>
          <a:xfrm rot="-5400000">
            <a:off x="5271603" y="-5271603"/>
            <a:ext cx="390495" cy="10933701"/>
            <a:chOff x="0" y="0"/>
            <a:chExt cx="102846" cy="28796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846" cy="2879658"/>
            </a:xfrm>
            <a:custGeom>
              <a:avLst/>
              <a:gdLst/>
              <a:ahLst/>
              <a:cxnLst/>
              <a:rect r="r" b="b" t="t" l="l"/>
              <a:pathLst>
                <a:path h="2879658" w="102846">
                  <a:moveTo>
                    <a:pt x="0" y="0"/>
                  </a:moveTo>
                  <a:lnTo>
                    <a:pt x="102846" y="0"/>
                  </a:lnTo>
                  <a:lnTo>
                    <a:pt x="102846" y="2879658"/>
                  </a:lnTo>
                  <a:lnTo>
                    <a:pt x="0" y="2879658"/>
                  </a:lnTo>
                  <a:close/>
                </a:path>
              </a:pathLst>
            </a:custGeom>
            <a:gradFill rotWithShape="true">
              <a:gsLst>
                <a:gs pos="0">
                  <a:srgbClr val="8EC492">
                    <a:alpha val="100000"/>
                  </a:srgbClr>
                </a:gs>
                <a:gs pos="100000">
                  <a:srgbClr val="2C8BB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2846" cy="2917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4928257" y="195247"/>
            <a:ext cx="1480842" cy="1358673"/>
          </a:xfrm>
          <a:custGeom>
            <a:avLst/>
            <a:gdLst/>
            <a:ahLst/>
            <a:cxnLst/>
            <a:rect r="r" b="b" t="t" l="l"/>
            <a:pathLst>
              <a:path h="1358673" w="1480842">
                <a:moveTo>
                  <a:pt x="0" y="0"/>
                </a:moveTo>
                <a:lnTo>
                  <a:pt x="1480842" y="0"/>
                </a:lnTo>
                <a:lnTo>
                  <a:pt x="1480842" y="1358673"/>
                </a:lnTo>
                <a:lnTo>
                  <a:pt x="0" y="13586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6245343" y="195247"/>
            <a:ext cx="1358673" cy="1358673"/>
          </a:xfrm>
          <a:custGeom>
            <a:avLst/>
            <a:gdLst/>
            <a:ahLst/>
            <a:cxnLst/>
            <a:rect r="r" b="b" t="t" l="l"/>
            <a:pathLst>
              <a:path h="1358673" w="1358673">
                <a:moveTo>
                  <a:pt x="0" y="0"/>
                </a:moveTo>
                <a:lnTo>
                  <a:pt x="1358673" y="0"/>
                </a:lnTo>
                <a:lnTo>
                  <a:pt x="1358673" y="1358673"/>
                </a:lnTo>
                <a:lnTo>
                  <a:pt x="0" y="1358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2891902" y="-98434"/>
            <a:ext cx="2254267" cy="2254267"/>
          </a:xfrm>
          <a:custGeom>
            <a:avLst/>
            <a:gdLst/>
            <a:ahLst/>
            <a:cxnLst/>
            <a:rect r="r" b="b" t="t" l="l"/>
            <a:pathLst>
              <a:path h="2254267" w="2254267">
                <a:moveTo>
                  <a:pt x="0" y="0"/>
                </a:moveTo>
                <a:lnTo>
                  <a:pt x="2254267" y="0"/>
                </a:lnTo>
                <a:lnTo>
                  <a:pt x="2254267" y="2254268"/>
                </a:lnTo>
                <a:lnTo>
                  <a:pt x="0" y="2254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611085" y="601997"/>
            <a:ext cx="2280817" cy="853406"/>
          </a:xfrm>
          <a:custGeom>
            <a:avLst/>
            <a:gdLst/>
            <a:ahLst/>
            <a:cxnLst/>
            <a:rect r="r" b="b" t="t" l="l"/>
            <a:pathLst>
              <a:path h="853406" w="2280817">
                <a:moveTo>
                  <a:pt x="0" y="0"/>
                </a:moveTo>
                <a:lnTo>
                  <a:pt x="2280817" y="0"/>
                </a:lnTo>
                <a:lnTo>
                  <a:pt x="2280817" y="853406"/>
                </a:lnTo>
                <a:lnTo>
                  <a:pt x="0" y="8534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20579" y="0"/>
            <a:ext cx="386471" cy="10287000"/>
            <a:chOff x="0" y="0"/>
            <a:chExt cx="10178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78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1787">
                  <a:moveTo>
                    <a:pt x="0" y="0"/>
                  </a:moveTo>
                  <a:lnTo>
                    <a:pt x="101787" y="0"/>
                  </a:lnTo>
                  <a:lnTo>
                    <a:pt x="101787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8EC492">
                    <a:alpha val="100000"/>
                  </a:srgbClr>
                </a:gs>
                <a:gs pos="100000">
                  <a:srgbClr val="2C8BB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787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25539" y="2677510"/>
            <a:ext cx="2610058" cy="126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482"/>
              </a:lnSpc>
              <a:spcBef>
                <a:spcPct val="0"/>
              </a:spcBef>
            </a:pPr>
            <a:r>
              <a:rPr lang="en-US" sz="7487" spc="-7">
                <a:solidFill>
                  <a:srgbClr val="143B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Title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41190" y="4402129"/>
            <a:ext cx="8507985" cy="86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22"/>
              </a:lnSpc>
              <a:spcBef>
                <a:spcPct val="0"/>
              </a:spcBef>
            </a:pPr>
            <a:r>
              <a:rPr lang="en-US" sz="5087" spc="-5">
                <a:solidFill>
                  <a:srgbClr val="143B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the text here</a:t>
            </a:r>
          </a:p>
        </p:txBody>
      </p:sp>
      <p:grpSp>
        <p:nvGrpSpPr>
          <p:cNvPr name="Group 7" id="7"/>
          <p:cNvGrpSpPr/>
          <p:nvPr/>
        </p:nvGrpSpPr>
        <p:grpSpPr>
          <a:xfrm rot="-5400000">
            <a:off x="5271603" y="-5271603"/>
            <a:ext cx="390495" cy="10933701"/>
            <a:chOff x="0" y="0"/>
            <a:chExt cx="102846" cy="28796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846" cy="2879658"/>
            </a:xfrm>
            <a:custGeom>
              <a:avLst/>
              <a:gdLst/>
              <a:ahLst/>
              <a:cxnLst/>
              <a:rect r="r" b="b" t="t" l="l"/>
              <a:pathLst>
                <a:path h="2879658" w="102846">
                  <a:moveTo>
                    <a:pt x="0" y="0"/>
                  </a:moveTo>
                  <a:lnTo>
                    <a:pt x="102846" y="0"/>
                  </a:lnTo>
                  <a:lnTo>
                    <a:pt x="102846" y="2879658"/>
                  </a:lnTo>
                  <a:lnTo>
                    <a:pt x="0" y="2879658"/>
                  </a:lnTo>
                  <a:close/>
                </a:path>
              </a:pathLst>
            </a:custGeom>
            <a:gradFill rotWithShape="true">
              <a:gsLst>
                <a:gs pos="0">
                  <a:srgbClr val="8EC492">
                    <a:alpha val="100000"/>
                  </a:srgbClr>
                </a:gs>
                <a:gs pos="100000">
                  <a:srgbClr val="2C8BB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2846" cy="2917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497813" y="9733722"/>
            <a:ext cx="2141289" cy="2054762"/>
          </a:xfrm>
          <a:custGeom>
            <a:avLst/>
            <a:gdLst/>
            <a:ahLst/>
            <a:cxnLst/>
            <a:rect r="r" b="b" t="t" l="l"/>
            <a:pathLst>
              <a:path h="2054762" w="2141289">
                <a:moveTo>
                  <a:pt x="0" y="0"/>
                </a:moveTo>
                <a:lnTo>
                  <a:pt x="2141289" y="0"/>
                </a:lnTo>
                <a:lnTo>
                  <a:pt x="2141289" y="2054762"/>
                </a:lnTo>
                <a:lnTo>
                  <a:pt x="0" y="2054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3218" t="-328037" r="-1181034" b="-1212507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-1678920" y="390495"/>
            <a:ext cx="2141289" cy="2054762"/>
          </a:xfrm>
          <a:custGeom>
            <a:avLst/>
            <a:gdLst/>
            <a:ahLst/>
            <a:cxnLst/>
            <a:rect r="r" b="b" t="t" l="l"/>
            <a:pathLst>
              <a:path h="2054762" w="2141289">
                <a:moveTo>
                  <a:pt x="0" y="0"/>
                </a:moveTo>
                <a:lnTo>
                  <a:pt x="2141289" y="0"/>
                </a:lnTo>
                <a:lnTo>
                  <a:pt x="2141289" y="2054762"/>
                </a:lnTo>
                <a:lnTo>
                  <a:pt x="0" y="2054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3218" t="-328037" r="-1181034" b="-1212507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4928257" y="195247"/>
            <a:ext cx="1480842" cy="1358673"/>
          </a:xfrm>
          <a:custGeom>
            <a:avLst/>
            <a:gdLst/>
            <a:ahLst/>
            <a:cxnLst/>
            <a:rect r="r" b="b" t="t" l="l"/>
            <a:pathLst>
              <a:path h="1358673" w="1480842">
                <a:moveTo>
                  <a:pt x="0" y="0"/>
                </a:moveTo>
                <a:lnTo>
                  <a:pt x="1480842" y="0"/>
                </a:lnTo>
                <a:lnTo>
                  <a:pt x="1480842" y="1358673"/>
                </a:lnTo>
                <a:lnTo>
                  <a:pt x="0" y="1358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6245343" y="195247"/>
            <a:ext cx="1358673" cy="1358673"/>
          </a:xfrm>
          <a:custGeom>
            <a:avLst/>
            <a:gdLst/>
            <a:ahLst/>
            <a:cxnLst/>
            <a:rect r="r" b="b" t="t" l="l"/>
            <a:pathLst>
              <a:path h="1358673" w="1358673">
                <a:moveTo>
                  <a:pt x="0" y="0"/>
                </a:moveTo>
                <a:lnTo>
                  <a:pt x="1358673" y="0"/>
                </a:lnTo>
                <a:lnTo>
                  <a:pt x="1358673" y="1358673"/>
                </a:lnTo>
                <a:lnTo>
                  <a:pt x="0" y="13586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2891902" y="-98434"/>
            <a:ext cx="2254267" cy="2254267"/>
          </a:xfrm>
          <a:custGeom>
            <a:avLst/>
            <a:gdLst/>
            <a:ahLst/>
            <a:cxnLst/>
            <a:rect r="r" b="b" t="t" l="l"/>
            <a:pathLst>
              <a:path h="2254267" w="2254267">
                <a:moveTo>
                  <a:pt x="0" y="0"/>
                </a:moveTo>
                <a:lnTo>
                  <a:pt x="2254267" y="0"/>
                </a:lnTo>
                <a:lnTo>
                  <a:pt x="2254267" y="2254268"/>
                </a:lnTo>
                <a:lnTo>
                  <a:pt x="0" y="22542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611085" y="601997"/>
            <a:ext cx="2280817" cy="853406"/>
          </a:xfrm>
          <a:custGeom>
            <a:avLst/>
            <a:gdLst/>
            <a:ahLst/>
            <a:cxnLst/>
            <a:rect r="r" b="b" t="t" l="l"/>
            <a:pathLst>
              <a:path h="853406" w="2280817">
                <a:moveTo>
                  <a:pt x="0" y="0"/>
                </a:moveTo>
                <a:lnTo>
                  <a:pt x="2280817" y="0"/>
                </a:lnTo>
                <a:lnTo>
                  <a:pt x="2280817" y="853406"/>
                </a:lnTo>
                <a:lnTo>
                  <a:pt x="0" y="8534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5996948" y="3794910"/>
            <a:ext cx="534460" cy="12984180"/>
            <a:chOff x="0" y="0"/>
            <a:chExt cx="147152" cy="3574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152" cy="3574924"/>
            </a:xfrm>
            <a:custGeom>
              <a:avLst/>
              <a:gdLst/>
              <a:ahLst/>
              <a:cxnLst/>
              <a:rect r="r" b="b" t="t" l="l"/>
              <a:pathLst>
                <a:path h="3574924" w="147152">
                  <a:moveTo>
                    <a:pt x="0" y="0"/>
                  </a:moveTo>
                  <a:lnTo>
                    <a:pt x="147152" y="0"/>
                  </a:lnTo>
                  <a:lnTo>
                    <a:pt x="147152" y="3574924"/>
                  </a:lnTo>
                  <a:lnTo>
                    <a:pt x="0" y="3574924"/>
                  </a:lnTo>
                  <a:close/>
                </a:path>
              </a:pathLst>
            </a:custGeom>
            <a:gradFill rotWithShape="true">
              <a:gsLst>
                <a:gs pos="0">
                  <a:srgbClr val="8EC492">
                    <a:alpha val="100000"/>
                  </a:srgbClr>
                </a:gs>
                <a:gs pos="100000">
                  <a:srgbClr val="2C8BB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7152" cy="3613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078450" y="0"/>
            <a:ext cx="209550" cy="2231029"/>
            <a:chOff x="0" y="0"/>
            <a:chExt cx="55190" cy="5875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90" cy="587596"/>
            </a:xfrm>
            <a:custGeom>
              <a:avLst/>
              <a:gdLst/>
              <a:ahLst/>
              <a:cxnLst/>
              <a:rect r="r" b="b" t="t" l="l"/>
              <a:pathLst>
                <a:path h="587596" w="55190">
                  <a:moveTo>
                    <a:pt x="0" y="0"/>
                  </a:moveTo>
                  <a:lnTo>
                    <a:pt x="55190" y="0"/>
                  </a:lnTo>
                  <a:lnTo>
                    <a:pt x="55190" y="587596"/>
                  </a:lnTo>
                  <a:lnTo>
                    <a:pt x="0" y="587596"/>
                  </a:lnTo>
                  <a:close/>
                </a:path>
              </a:pathLst>
            </a:custGeom>
            <a:gradFill rotWithShape="true">
              <a:gsLst>
                <a:gs pos="0">
                  <a:srgbClr val="8EC492">
                    <a:alpha val="100000"/>
                  </a:srgbClr>
                </a:gs>
                <a:gs pos="100000">
                  <a:srgbClr val="2C8BB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190" cy="625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11250" y="2793365"/>
            <a:ext cx="2610058" cy="126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482"/>
              </a:lnSpc>
              <a:spcBef>
                <a:spcPct val="0"/>
              </a:spcBef>
            </a:pPr>
            <a:r>
              <a:rPr lang="en-US" sz="7487" spc="-7">
                <a:solidFill>
                  <a:srgbClr val="143B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Title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26901" y="4517985"/>
            <a:ext cx="8507985" cy="86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22"/>
              </a:lnSpc>
              <a:spcBef>
                <a:spcPct val="0"/>
              </a:spcBef>
            </a:pPr>
            <a:r>
              <a:rPr lang="en-US" sz="5087" spc="-5">
                <a:solidFill>
                  <a:srgbClr val="143B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the text here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928257" y="195247"/>
            <a:ext cx="1480842" cy="1358673"/>
          </a:xfrm>
          <a:custGeom>
            <a:avLst/>
            <a:gdLst/>
            <a:ahLst/>
            <a:cxnLst/>
            <a:rect r="r" b="b" t="t" l="l"/>
            <a:pathLst>
              <a:path h="1358673" w="1480842">
                <a:moveTo>
                  <a:pt x="0" y="0"/>
                </a:moveTo>
                <a:lnTo>
                  <a:pt x="1480842" y="0"/>
                </a:lnTo>
                <a:lnTo>
                  <a:pt x="1480842" y="1358673"/>
                </a:lnTo>
                <a:lnTo>
                  <a:pt x="0" y="13586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6245343" y="195247"/>
            <a:ext cx="1358673" cy="1358673"/>
          </a:xfrm>
          <a:custGeom>
            <a:avLst/>
            <a:gdLst/>
            <a:ahLst/>
            <a:cxnLst/>
            <a:rect r="r" b="b" t="t" l="l"/>
            <a:pathLst>
              <a:path h="1358673" w="1358673">
                <a:moveTo>
                  <a:pt x="0" y="0"/>
                </a:moveTo>
                <a:lnTo>
                  <a:pt x="1358673" y="0"/>
                </a:lnTo>
                <a:lnTo>
                  <a:pt x="1358673" y="1358673"/>
                </a:lnTo>
                <a:lnTo>
                  <a:pt x="0" y="1358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2891902" y="-98434"/>
            <a:ext cx="2254267" cy="2254267"/>
          </a:xfrm>
          <a:custGeom>
            <a:avLst/>
            <a:gdLst/>
            <a:ahLst/>
            <a:cxnLst/>
            <a:rect r="r" b="b" t="t" l="l"/>
            <a:pathLst>
              <a:path h="2254267" w="2254267">
                <a:moveTo>
                  <a:pt x="0" y="0"/>
                </a:moveTo>
                <a:lnTo>
                  <a:pt x="2254267" y="0"/>
                </a:lnTo>
                <a:lnTo>
                  <a:pt x="2254267" y="2254268"/>
                </a:lnTo>
                <a:lnTo>
                  <a:pt x="0" y="2254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611085" y="601997"/>
            <a:ext cx="2280817" cy="853406"/>
          </a:xfrm>
          <a:custGeom>
            <a:avLst/>
            <a:gdLst/>
            <a:ahLst/>
            <a:cxnLst/>
            <a:rect r="r" b="b" t="t" l="l"/>
            <a:pathLst>
              <a:path h="853406" w="2280817">
                <a:moveTo>
                  <a:pt x="0" y="0"/>
                </a:moveTo>
                <a:lnTo>
                  <a:pt x="2280817" y="0"/>
                </a:lnTo>
                <a:lnTo>
                  <a:pt x="2280817" y="853406"/>
                </a:lnTo>
                <a:lnTo>
                  <a:pt x="0" y="8534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25539" y="2677510"/>
            <a:ext cx="2610058" cy="126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482"/>
              </a:lnSpc>
              <a:spcBef>
                <a:spcPct val="0"/>
              </a:spcBef>
            </a:pPr>
            <a:r>
              <a:rPr lang="en-US" sz="7487" spc="-7">
                <a:solidFill>
                  <a:srgbClr val="143B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Title</a:t>
            </a:r>
          </a:p>
        </p:txBody>
      </p:sp>
      <p:grpSp>
        <p:nvGrpSpPr>
          <p:cNvPr name="Group 3" id="3"/>
          <p:cNvGrpSpPr/>
          <p:nvPr/>
        </p:nvGrpSpPr>
        <p:grpSpPr>
          <a:xfrm rot="2789034">
            <a:off x="-1238396" y="7839564"/>
            <a:ext cx="2202932" cy="220293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EC492">
                    <a:alpha val="100000"/>
                  </a:srgbClr>
                </a:gs>
                <a:gs pos="100000">
                  <a:srgbClr val="2C8BB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97233" lIns="97233" bIns="97233" rIns="97233"/>
            <a:lstStyle/>
            <a:p>
              <a:pPr algn="ctr">
                <a:lnSpc>
                  <a:spcPts val="188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89034">
            <a:off x="1995392" y="8314569"/>
            <a:ext cx="2202932" cy="220293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EC492">
                    <a:alpha val="100000"/>
                  </a:srgbClr>
                </a:gs>
                <a:gs pos="100000">
                  <a:srgbClr val="2C8BB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97233" lIns="97233" bIns="97233" rIns="97233"/>
            <a:lstStyle/>
            <a:p>
              <a:pPr algn="ctr">
                <a:lnSpc>
                  <a:spcPts val="188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89034">
            <a:off x="3837667" y="9723646"/>
            <a:ext cx="2202932" cy="220293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EC492">
                    <a:alpha val="100000"/>
                  </a:srgbClr>
                </a:gs>
                <a:gs pos="100000">
                  <a:srgbClr val="2C8BB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97233" lIns="97233" bIns="97233" rIns="97233"/>
            <a:lstStyle/>
            <a:p>
              <a:pPr algn="ctr">
                <a:lnSpc>
                  <a:spcPts val="188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2789034">
            <a:off x="103598" y="9689258"/>
            <a:ext cx="2202932" cy="220293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EC492">
                    <a:alpha val="100000"/>
                  </a:srgbClr>
                </a:gs>
                <a:gs pos="100000">
                  <a:srgbClr val="2C8BB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97233" lIns="97233" bIns="97233" rIns="97233"/>
            <a:lstStyle/>
            <a:p>
              <a:pPr algn="ctr">
                <a:lnSpc>
                  <a:spcPts val="188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920579" y="0"/>
            <a:ext cx="386471" cy="10287000"/>
            <a:chOff x="0" y="0"/>
            <a:chExt cx="101787" cy="27093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78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1787">
                  <a:moveTo>
                    <a:pt x="0" y="0"/>
                  </a:moveTo>
                  <a:lnTo>
                    <a:pt x="101787" y="0"/>
                  </a:lnTo>
                  <a:lnTo>
                    <a:pt x="101787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8EC492">
                    <a:alpha val="100000"/>
                  </a:srgbClr>
                </a:gs>
                <a:gs pos="100000">
                  <a:srgbClr val="2C8BB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1787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8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41190" y="4402129"/>
            <a:ext cx="8507985" cy="175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2"/>
              </a:lnSpc>
            </a:pPr>
            <a:r>
              <a:rPr lang="en-US" sz="5087" spc="-5">
                <a:solidFill>
                  <a:srgbClr val="143B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the text here</a:t>
            </a:r>
          </a:p>
          <a:p>
            <a:pPr algn="l" marL="0" indent="0" lvl="0">
              <a:lnSpc>
                <a:spcPts val="7122"/>
              </a:lnSpc>
              <a:spcBef>
                <a:spcPct val="0"/>
              </a:spcBef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4928257" y="195247"/>
            <a:ext cx="1480842" cy="1358673"/>
          </a:xfrm>
          <a:custGeom>
            <a:avLst/>
            <a:gdLst/>
            <a:ahLst/>
            <a:cxnLst/>
            <a:rect r="r" b="b" t="t" l="l"/>
            <a:pathLst>
              <a:path h="1358673" w="1480842">
                <a:moveTo>
                  <a:pt x="0" y="0"/>
                </a:moveTo>
                <a:lnTo>
                  <a:pt x="1480842" y="0"/>
                </a:lnTo>
                <a:lnTo>
                  <a:pt x="1480842" y="1358673"/>
                </a:lnTo>
                <a:lnTo>
                  <a:pt x="0" y="13586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6245343" y="195247"/>
            <a:ext cx="1358673" cy="1358673"/>
          </a:xfrm>
          <a:custGeom>
            <a:avLst/>
            <a:gdLst/>
            <a:ahLst/>
            <a:cxnLst/>
            <a:rect r="r" b="b" t="t" l="l"/>
            <a:pathLst>
              <a:path h="1358673" w="1358673">
                <a:moveTo>
                  <a:pt x="0" y="0"/>
                </a:moveTo>
                <a:lnTo>
                  <a:pt x="1358673" y="0"/>
                </a:lnTo>
                <a:lnTo>
                  <a:pt x="1358673" y="1358673"/>
                </a:lnTo>
                <a:lnTo>
                  <a:pt x="0" y="1358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2891902" y="-98434"/>
            <a:ext cx="2254267" cy="2254267"/>
          </a:xfrm>
          <a:custGeom>
            <a:avLst/>
            <a:gdLst/>
            <a:ahLst/>
            <a:cxnLst/>
            <a:rect r="r" b="b" t="t" l="l"/>
            <a:pathLst>
              <a:path h="2254267" w="2254267">
                <a:moveTo>
                  <a:pt x="0" y="0"/>
                </a:moveTo>
                <a:lnTo>
                  <a:pt x="2254267" y="0"/>
                </a:lnTo>
                <a:lnTo>
                  <a:pt x="2254267" y="2254268"/>
                </a:lnTo>
                <a:lnTo>
                  <a:pt x="0" y="2254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611085" y="601997"/>
            <a:ext cx="2280817" cy="853406"/>
          </a:xfrm>
          <a:custGeom>
            <a:avLst/>
            <a:gdLst/>
            <a:ahLst/>
            <a:cxnLst/>
            <a:rect r="r" b="b" t="t" l="l"/>
            <a:pathLst>
              <a:path h="853406" w="2280817">
                <a:moveTo>
                  <a:pt x="0" y="0"/>
                </a:moveTo>
                <a:lnTo>
                  <a:pt x="2280817" y="0"/>
                </a:lnTo>
                <a:lnTo>
                  <a:pt x="2280817" y="853406"/>
                </a:lnTo>
                <a:lnTo>
                  <a:pt x="0" y="8534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31828" y="0"/>
            <a:ext cx="9256172" cy="10839642"/>
            <a:chOff x="0" y="0"/>
            <a:chExt cx="2437840" cy="2854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840" cy="2854885"/>
            </a:xfrm>
            <a:custGeom>
              <a:avLst/>
              <a:gdLst/>
              <a:ahLst/>
              <a:cxnLst/>
              <a:rect r="r" b="b" t="t" l="l"/>
              <a:pathLst>
                <a:path h="2854885" w="2437840">
                  <a:moveTo>
                    <a:pt x="0" y="0"/>
                  </a:moveTo>
                  <a:lnTo>
                    <a:pt x="2437840" y="0"/>
                  </a:lnTo>
                  <a:lnTo>
                    <a:pt x="2437840" y="2854885"/>
                  </a:lnTo>
                  <a:lnTo>
                    <a:pt x="0" y="2854885"/>
                  </a:lnTo>
                  <a:close/>
                </a:path>
              </a:pathLst>
            </a:custGeom>
            <a:gradFill rotWithShape="true">
              <a:gsLst>
                <a:gs pos="0">
                  <a:srgbClr val="143B50">
                    <a:alpha val="100000"/>
                  </a:srgbClr>
                </a:gs>
                <a:gs pos="100000">
                  <a:srgbClr val="32708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37840" cy="288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125279" y="-4072536"/>
            <a:ext cx="19810713" cy="18432072"/>
            <a:chOff x="0" y="0"/>
            <a:chExt cx="812800" cy="7562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56237"/>
            </a:xfrm>
            <a:custGeom>
              <a:avLst/>
              <a:gdLst/>
              <a:ahLst/>
              <a:cxnLst/>
              <a:rect r="r" b="b" t="t" l="l"/>
              <a:pathLst>
                <a:path h="756237" w="812800">
                  <a:moveTo>
                    <a:pt x="406400" y="0"/>
                  </a:moveTo>
                  <a:cubicBezTo>
                    <a:pt x="181951" y="0"/>
                    <a:pt x="0" y="169289"/>
                    <a:pt x="0" y="378118"/>
                  </a:cubicBezTo>
                  <a:cubicBezTo>
                    <a:pt x="0" y="586947"/>
                    <a:pt x="181951" y="756237"/>
                    <a:pt x="406400" y="756237"/>
                  </a:cubicBezTo>
                  <a:cubicBezTo>
                    <a:pt x="630849" y="756237"/>
                    <a:pt x="812800" y="586947"/>
                    <a:pt x="812800" y="378118"/>
                  </a:cubicBezTo>
                  <a:cubicBezTo>
                    <a:pt x="812800" y="16928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2322"/>
              <a:ext cx="660400" cy="643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3200482"/>
            <a:ext cx="2610058" cy="126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482"/>
              </a:lnSpc>
              <a:spcBef>
                <a:spcPct val="0"/>
              </a:spcBef>
            </a:pPr>
            <a:r>
              <a:rPr lang="en-US" sz="7487" spc="-7">
                <a:solidFill>
                  <a:srgbClr val="143B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Title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4351" y="4558447"/>
            <a:ext cx="8507985" cy="86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22"/>
              </a:lnSpc>
              <a:spcBef>
                <a:spcPct val="0"/>
              </a:spcBef>
            </a:pPr>
            <a:r>
              <a:rPr lang="en-US" sz="5087" spc="-5">
                <a:solidFill>
                  <a:srgbClr val="143B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the text here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970803" y="311215"/>
            <a:ext cx="1605527" cy="1473071"/>
          </a:xfrm>
          <a:custGeom>
            <a:avLst/>
            <a:gdLst/>
            <a:ahLst/>
            <a:cxnLst/>
            <a:rect r="r" b="b" t="t" l="l"/>
            <a:pathLst>
              <a:path h="1473071" w="1605527">
                <a:moveTo>
                  <a:pt x="0" y="0"/>
                </a:moveTo>
                <a:lnTo>
                  <a:pt x="1605527" y="0"/>
                </a:lnTo>
                <a:lnTo>
                  <a:pt x="1605527" y="1473070"/>
                </a:lnTo>
                <a:lnTo>
                  <a:pt x="0" y="1473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6522765" y="292165"/>
            <a:ext cx="1473071" cy="1473071"/>
          </a:xfrm>
          <a:custGeom>
            <a:avLst/>
            <a:gdLst/>
            <a:ahLst/>
            <a:cxnLst/>
            <a:rect r="r" b="b" t="t" l="l"/>
            <a:pathLst>
              <a:path h="1473071" w="1473071">
                <a:moveTo>
                  <a:pt x="0" y="0"/>
                </a:moveTo>
                <a:lnTo>
                  <a:pt x="1473070" y="0"/>
                </a:lnTo>
                <a:lnTo>
                  <a:pt x="1473070" y="1473070"/>
                </a:lnTo>
                <a:lnTo>
                  <a:pt x="0" y="14730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2891902" y="-98434"/>
            <a:ext cx="2254267" cy="2254267"/>
          </a:xfrm>
          <a:custGeom>
            <a:avLst/>
            <a:gdLst/>
            <a:ahLst/>
            <a:cxnLst/>
            <a:rect r="r" b="b" t="t" l="l"/>
            <a:pathLst>
              <a:path h="2254267" w="2254267">
                <a:moveTo>
                  <a:pt x="0" y="0"/>
                </a:moveTo>
                <a:lnTo>
                  <a:pt x="2254267" y="0"/>
                </a:lnTo>
                <a:lnTo>
                  <a:pt x="2254267" y="2254268"/>
                </a:lnTo>
                <a:lnTo>
                  <a:pt x="0" y="2254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31828" y="0"/>
            <a:ext cx="9256172" cy="10839642"/>
            <a:chOff x="0" y="0"/>
            <a:chExt cx="2437840" cy="2854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840" cy="2854885"/>
            </a:xfrm>
            <a:custGeom>
              <a:avLst/>
              <a:gdLst/>
              <a:ahLst/>
              <a:cxnLst/>
              <a:rect r="r" b="b" t="t" l="l"/>
              <a:pathLst>
                <a:path h="2854885" w="2437840">
                  <a:moveTo>
                    <a:pt x="0" y="0"/>
                  </a:moveTo>
                  <a:lnTo>
                    <a:pt x="2437840" y="0"/>
                  </a:lnTo>
                  <a:lnTo>
                    <a:pt x="2437840" y="2854885"/>
                  </a:lnTo>
                  <a:lnTo>
                    <a:pt x="0" y="2854885"/>
                  </a:lnTo>
                  <a:close/>
                </a:path>
              </a:pathLst>
            </a:custGeom>
            <a:gradFill rotWithShape="true">
              <a:gsLst>
                <a:gs pos="0">
                  <a:srgbClr val="143B50">
                    <a:alpha val="100000"/>
                  </a:srgbClr>
                </a:gs>
                <a:gs pos="100000">
                  <a:srgbClr val="32708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37840" cy="288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125279" y="-4072536"/>
            <a:ext cx="19810713" cy="18432072"/>
            <a:chOff x="0" y="0"/>
            <a:chExt cx="812800" cy="7562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56237"/>
            </a:xfrm>
            <a:custGeom>
              <a:avLst/>
              <a:gdLst/>
              <a:ahLst/>
              <a:cxnLst/>
              <a:rect r="r" b="b" t="t" l="l"/>
              <a:pathLst>
                <a:path h="756237" w="812800">
                  <a:moveTo>
                    <a:pt x="406400" y="0"/>
                  </a:moveTo>
                  <a:cubicBezTo>
                    <a:pt x="181951" y="0"/>
                    <a:pt x="0" y="169289"/>
                    <a:pt x="0" y="378118"/>
                  </a:cubicBezTo>
                  <a:cubicBezTo>
                    <a:pt x="0" y="586947"/>
                    <a:pt x="181951" y="756237"/>
                    <a:pt x="406400" y="756237"/>
                  </a:cubicBezTo>
                  <a:cubicBezTo>
                    <a:pt x="630849" y="756237"/>
                    <a:pt x="812800" y="586947"/>
                    <a:pt x="812800" y="378118"/>
                  </a:cubicBezTo>
                  <a:cubicBezTo>
                    <a:pt x="812800" y="16928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2322"/>
              <a:ext cx="660400" cy="643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3200482"/>
            <a:ext cx="2610058" cy="126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482"/>
              </a:lnSpc>
              <a:spcBef>
                <a:spcPct val="0"/>
              </a:spcBef>
            </a:pPr>
            <a:r>
              <a:rPr lang="en-US" sz="7487" spc="-7">
                <a:solidFill>
                  <a:srgbClr val="143B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Title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4351" y="4558447"/>
            <a:ext cx="8507985" cy="86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22"/>
              </a:lnSpc>
              <a:spcBef>
                <a:spcPct val="0"/>
              </a:spcBef>
            </a:pPr>
            <a:r>
              <a:rPr lang="en-US" sz="5087" spc="-5">
                <a:solidFill>
                  <a:srgbClr val="143B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the text here</a:t>
            </a:r>
          </a:p>
        </p:txBody>
      </p:sp>
      <p:grpSp>
        <p:nvGrpSpPr>
          <p:cNvPr name="Group 10" id="10"/>
          <p:cNvGrpSpPr/>
          <p:nvPr/>
        </p:nvGrpSpPr>
        <p:grpSpPr>
          <a:xfrm rot="-5400000">
            <a:off x="11290109" y="4317809"/>
            <a:ext cx="8271864" cy="3666518"/>
            <a:chOff x="0" y="0"/>
            <a:chExt cx="11029153" cy="4888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524899" y="692218"/>
              <a:ext cx="3504254" cy="3504254"/>
            </a:xfrm>
            <a:custGeom>
              <a:avLst/>
              <a:gdLst/>
              <a:ahLst/>
              <a:cxnLst/>
              <a:rect r="r" b="b" t="t" l="l"/>
              <a:pathLst>
                <a:path h="3504254" w="3504254">
                  <a:moveTo>
                    <a:pt x="0" y="0"/>
                  </a:moveTo>
                  <a:lnTo>
                    <a:pt x="3504254" y="0"/>
                  </a:lnTo>
                  <a:lnTo>
                    <a:pt x="3504254" y="3504254"/>
                  </a:lnTo>
                  <a:lnTo>
                    <a:pt x="0" y="3504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4453699">
              <a:off x="5119427" y="692218"/>
              <a:ext cx="3504254" cy="3504254"/>
            </a:xfrm>
            <a:custGeom>
              <a:avLst/>
              <a:gdLst/>
              <a:ahLst/>
              <a:cxnLst/>
              <a:rect r="r" b="b" t="t" l="l"/>
              <a:pathLst>
                <a:path h="3504254" w="3504254">
                  <a:moveTo>
                    <a:pt x="0" y="0"/>
                  </a:moveTo>
                  <a:lnTo>
                    <a:pt x="3504253" y="0"/>
                  </a:lnTo>
                  <a:lnTo>
                    <a:pt x="3504253" y="3504254"/>
                  </a:lnTo>
                  <a:lnTo>
                    <a:pt x="0" y="3504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7533761">
              <a:off x="2806023" y="692218"/>
              <a:ext cx="3504254" cy="3504254"/>
            </a:xfrm>
            <a:custGeom>
              <a:avLst/>
              <a:gdLst/>
              <a:ahLst/>
              <a:cxnLst/>
              <a:rect r="r" b="b" t="t" l="l"/>
              <a:pathLst>
                <a:path h="3504254" w="3504254">
                  <a:moveTo>
                    <a:pt x="0" y="0"/>
                  </a:moveTo>
                  <a:lnTo>
                    <a:pt x="3504254" y="0"/>
                  </a:lnTo>
                  <a:lnTo>
                    <a:pt x="3504254" y="3504254"/>
                  </a:lnTo>
                  <a:lnTo>
                    <a:pt x="0" y="3504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2065628">
              <a:off x="683686" y="692218"/>
              <a:ext cx="3504254" cy="3504254"/>
            </a:xfrm>
            <a:custGeom>
              <a:avLst/>
              <a:gdLst/>
              <a:ahLst/>
              <a:cxnLst/>
              <a:rect r="r" b="b" t="t" l="l"/>
              <a:pathLst>
                <a:path h="3504254" w="3504254">
                  <a:moveTo>
                    <a:pt x="0" y="0"/>
                  </a:moveTo>
                  <a:lnTo>
                    <a:pt x="3504254" y="0"/>
                  </a:lnTo>
                  <a:lnTo>
                    <a:pt x="3504254" y="3504254"/>
                  </a:lnTo>
                  <a:lnTo>
                    <a:pt x="0" y="3504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4970803" y="311215"/>
            <a:ext cx="1605527" cy="1473071"/>
          </a:xfrm>
          <a:custGeom>
            <a:avLst/>
            <a:gdLst/>
            <a:ahLst/>
            <a:cxnLst/>
            <a:rect r="r" b="b" t="t" l="l"/>
            <a:pathLst>
              <a:path h="1473071" w="1605527">
                <a:moveTo>
                  <a:pt x="0" y="0"/>
                </a:moveTo>
                <a:lnTo>
                  <a:pt x="1605527" y="0"/>
                </a:lnTo>
                <a:lnTo>
                  <a:pt x="1605527" y="1473070"/>
                </a:lnTo>
                <a:lnTo>
                  <a:pt x="0" y="14730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6522765" y="292165"/>
            <a:ext cx="1473071" cy="1473071"/>
          </a:xfrm>
          <a:custGeom>
            <a:avLst/>
            <a:gdLst/>
            <a:ahLst/>
            <a:cxnLst/>
            <a:rect r="r" b="b" t="t" l="l"/>
            <a:pathLst>
              <a:path h="1473071" w="1473071">
                <a:moveTo>
                  <a:pt x="0" y="0"/>
                </a:moveTo>
                <a:lnTo>
                  <a:pt x="1473070" y="0"/>
                </a:lnTo>
                <a:lnTo>
                  <a:pt x="1473070" y="1473070"/>
                </a:lnTo>
                <a:lnTo>
                  <a:pt x="0" y="14730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2891902" y="-98434"/>
            <a:ext cx="2254267" cy="2254267"/>
          </a:xfrm>
          <a:custGeom>
            <a:avLst/>
            <a:gdLst/>
            <a:ahLst/>
            <a:cxnLst/>
            <a:rect r="r" b="b" t="t" l="l"/>
            <a:pathLst>
              <a:path h="2254267" w="2254267">
                <a:moveTo>
                  <a:pt x="0" y="0"/>
                </a:moveTo>
                <a:lnTo>
                  <a:pt x="2254267" y="0"/>
                </a:lnTo>
                <a:lnTo>
                  <a:pt x="2254267" y="2254268"/>
                </a:lnTo>
                <a:lnTo>
                  <a:pt x="0" y="225426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611085" y="601997"/>
            <a:ext cx="2280817" cy="853406"/>
          </a:xfrm>
          <a:custGeom>
            <a:avLst/>
            <a:gdLst/>
            <a:ahLst/>
            <a:cxnLst/>
            <a:rect r="r" b="b" t="t" l="l"/>
            <a:pathLst>
              <a:path h="853406" w="2280817">
                <a:moveTo>
                  <a:pt x="0" y="0"/>
                </a:moveTo>
                <a:lnTo>
                  <a:pt x="2280817" y="0"/>
                </a:lnTo>
                <a:lnTo>
                  <a:pt x="2280817" y="853406"/>
                </a:lnTo>
                <a:lnTo>
                  <a:pt x="0" y="8534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3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501450" y="-2165395"/>
            <a:ext cx="16280417" cy="1628041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86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200482"/>
            <a:ext cx="2610058" cy="126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482"/>
              </a:lnSpc>
              <a:spcBef>
                <a:spcPct val="0"/>
              </a:spcBef>
            </a:pPr>
            <a:r>
              <a:rPr lang="en-US" sz="7487" spc="-7">
                <a:solidFill>
                  <a:srgbClr val="143B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Title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4351" y="4558447"/>
            <a:ext cx="8507985" cy="86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22"/>
              </a:lnSpc>
              <a:spcBef>
                <a:spcPct val="0"/>
              </a:spcBef>
            </a:pPr>
            <a:r>
              <a:rPr lang="en-US" sz="5087" spc="-5">
                <a:solidFill>
                  <a:srgbClr val="143B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the text here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14111946" y="2015136"/>
            <a:ext cx="2628190" cy="2628190"/>
          </a:xfrm>
          <a:custGeom>
            <a:avLst/>
            <a:gdLst/>
            <a:ahLst/>
            <a:cxnLst/>
            <a:rect r="r" b="b" t="t" l="l"/>
            <a:pathLst>
              <a:path h="2628190" w="2628190">
                <a:moveTo>
                  <a:pt x="0" y="0"/>
                </a:moveTo>
                <a:lnTo>
                  <a:pt x="2628190" y="0"/>
                </a:lnTo>
                <a:lnTo>
                  <a:pt x="2628190" y="2628190"/>
                </a:lnTo>
                <a:lnTo>
                  <a:pt x="0" y="2628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9853699">
            <a:off x="14111946" y="3819240"/>
            <a:ext cx="2628190" cy="2628190"/>
          </a:xfrm>
          <a:custGeom>
            <a:avLst/>
            <a:gdLst/>
            <a:ahLst/>
            <a:cxnLst/>
            <a:rect r="r" b="b" t="t" l="l"/>
            <a:pathLst>
              <a:path h="2628190" w="2628190">
                <a:moveTo>
                  <a:pt x="0" y="0"/>
                </a:moveTo>
                <a:lnTo>
                  <a:pt x="2628190" y="0"/>
                </a:lnTo>
                <a:lnTo>
                  <a:pt x="2628190" y="2628190"/>
                </a:lnTo>
                <a:lnTo>
                  <a:pt x="0" y="26281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8666238">
            <a:off x="14111946" y="5554292"/>
            <a:ext cx="2628190" cy="2628190"/>
          </a:xfrm>
          <a:custGeom>
            <a:avLst/>
            <a:gdLst/>
            <a:ahLst/>
            <a:cxnLst/>
            <a:rect r="r" b="b" t="t" l="l"/>
            <a:pathLst>
              <a:path h="2628190" w="2628190">
                <a:moveTo>
                  <a:pt x="0" y="0"/>
                </a:moveTo>
                <a:lnTo>
                  <a:pt x="2628190" y="0"/>
                </a:lnTo>
                <a:lnTo>
                  <a:pt x="2628190" y="2628190"/>
                </a:lnTo>
                <a:lnTo>
                  <a:pt x="0" y="2628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3334371">
            <a:off x="14111946" y="7146045"/>
            <a:ext cx="2628190" cy="2628190"/>
          </a:xfrm>
          <a:custGeom>
            <a:avLst/>
            <a:gdLst/>
            <a:ahLst/>
            <a:cxnLst/>
            <a:rect r="r" b="b" t="t" l="l"/>
            <a:pathLst>
              <a:path h="2628190" w="2628190">
                <a:moveTo>
                  <a:pt x="0" y="0"/>
                </a:moveTo>
                <a:lnTo>
                  <a:pt x="2628190" y="0"/>
                </a:lnTo>
                <a:lnTo>
                  <a:pt x="2628190" y="2628190"/>
                </a:lnTo>
                <a:lnTo>
                  <a:pt x="0" y="2628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970803" y="311215"/>
            <a:ext cx="1605527" cy="1473071"/>
          </a:xfrm>
          <a:custGeom>
            <a:avLst/>
            <a:gdLst/>
            <a:ahLst/>
            <a:cxnLst/>
            <a:rect r="r" b="b" t="t" l="l"/>
            <a:pathLst>
              <a:path h="1473071" w="1605527">
                <a:moveTo>
                  <a:pt x="0" y="0"/>
                </a:moveTo>
                <a:lnTo>
                  <a:pt x="1605527" y="0"/>
                </a:lnTo>
                <a:lnTo>
                  <a:pt x="1605527" y="1473070"/>
                </a:lnTo>
                <a:lnTo>
                  <a:pt x="0" y="14730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522765" y="292165"/>
            <a:ext cx="1473071" cy="1473071"/>
          </a:xfrm>
          <a:custGeom>
            <a:avLst/>
            <a:gdLst/>
            <a:ahLst/>
            <a:cxnLst/>
            <a:rect r="r" b="b" t="t" l="l"/>
            <a:pathLst>
              <a:path h="1473071" w="1473071">
                <a:moveTo>
                  <a:pt x="0" y="0"/>
                </a:moveTo>
                <a:lnTo>
                  <a:pt x="1473070" y="0"/>
                </a:lnTo>
                <a:lnTo>
                  <a:pt x="1473070" y="1473070"/>
                </a:lnTo>
                <a:lnTo>
                  <a:pt x="0" y="14730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2891902" y="-98434"/>
            <a:ext cx="2254267" cy="2254267"/>
          </a:xfrm>
          <a:custGeom>
            <a:avLst/>
            <a:gdLst/>
            <a:ahLst/>
            <a:cxnLst/>
            <a:rect r="r" b="b" t="t" l="l"/>
            <a:pathLst>
              <a:path h="2254267" w="2254267">
                <a:moveTo>
                  <a:pt x="0" y="0"/>
                </a:moveTo>
                <a:lnTo>
                  <a:pt x="2254267" y="0"/>
                </a:lnTo>
                <a:lnTo>
                  <a:pt x="2254267" y="2254268"/>
                </a:lnTo>
                <a:lnTo>
                  <a:pt x="0" y="225426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611085" y="601997"/>
            <a:ext cx="2280817" cy="853406"/>
          </a:xfrm>
          <a:custGeom>
            <a:avLst/>
            <a:gdLst/>
            <a:ahLst/>
            <a:cxnLst/>
            <a:rect r="r" b="b" t="t" l="l"/>
            <a:pathLst>
              <a:path h="853406" w="2280817">
                <a:moveTo>
                  <a:pt x="0" y="0"/>
                </a:moveTo>
                <a:lnTo>
                  <a:pt x="2280817" y="0"/>
                </a:lnTo>
                <a:lnTo>
                  <a:pt x="2280817" y="853406"/>
                </a:lnTo>
                <a:lnTo>
                  <a:pt x="0" y="8534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3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4122" y="357113"/>
            <a:ext cx="1650418" cy="1514258"/>
          </a:xfrm>
          <a:custGeom>
            <a:avLst/>
            <a:gdLst/>
            <a:ahLst/>
            <a:cxnLst/>
            <a:rect r="r" b="b" t="t" l="l"/>
            <a:pathLst>
              <a:path h="1514258" w="1650418">
                <a:moveTo>
                  <a:pt x="0" y="0"/>
                </a:moveTo>
                <a:lnTo>
                  <a:pt x="1650417" y="0"/>
                </a:lnTo>
                <a:lnTo>
                  <a:pt x="1650417" y="1514258"/>
                </a:lnTo>
                <a:lnTo>
                  <a:pt x="0" y="1514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735967">
            <a:off x="2023800" y="6699109"/>
            <a:ext cx="14128068" cy="14948940"/>
            <a:chOff x="0" y="0"/>
            <a:chExt cx="12962831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96283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962830">
                  <a:moveTo>
                    <a:pt x="6481415" y="0"/>
                  </a:moveTo>
                  <a:cubicBezTo>
                    <a:pt x="2901828" y="0"/>
                    <a:pt x="0" y="3070431"/>
                    <a:pt x="0" y="6858000"/>
                  </a:cubicBezTo>
                  <a:cubicBezTo>
                    <a:pt x="0" y="10645569"/>
                    <a:pt x="2901828" y="13716000"/>
                    <a:pt x="6481415" y="13716000"/>
                  </a:cubicBezTo>
                  <a:cubicBezTo>
                    <a:pt x="10061002" y="13716000"/>
                    <a:pt x="12962830" y="10645569"/>
                    <a:pt x="12962830" y="6858000"/>
                  </a:cubicBezTo>
                  <a:cubicBezTo>
                    <a:pt x="12962830" y="3070431"/>
                    <a:pt x="10061002" y="0"/>
                    <a:pt x="6481415" y="0"/>
                  </a:cubicBezTo>
                  <a:close/>
                </a:path>
              </a:pathLst>
            </a:custGeom>
            <a:blipFill>
              <a:blip r:embed="rId3">
                <a:alphaModFix amt="9999"/>
              </a:blip>
              <a:stretch>
                <a:fillRect l="-1066" t="0" r="-304473" b="-28327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542793" y="7397510"/>
            <a:ext cx="9202414" cy="920241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EC492">
                    <a:alpha val="100000"/>
                  </a:srgbClr>
                </a:gs>
                <a:gs pos="100000">
                  <a:srgbClr val="2C8BB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86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44122" y="2956723"/>
            <a:ext cx="4536757" cy="101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03"/>
              </a:lnSpc>
              <a:spcBef>
                <a:spcPct val="0"/>
              </a:spcBef>
            </a:pPr>
            <a:r>
              <a:rPr lang="en-US" sz="585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HJHJHJ;K’;K’[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7626" y="-7455967"/>
            <a:ext cx="16280417" cy="1628041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86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725648" y="3259095"/>
            <a:ext cx="6836705" cy="914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807"/>
              </a:lnSpc>
              <a:spcBef>
                <a:spcPct val="0"/>
              </a:spcBef>
            </a:pPr>
            <a:r>
              <a:rPr lang="ar-EG" sz="4862" spc="-4">
                <a:solidFill>
                  <a:srgbClr val="143B50"/>
                </a:solidFill>
                <a:latin typeface="GE SS Two Light"/>
                <a:ea typeface="GE SS Two Light"/>
                <a:cs typeface="GE SS Two Light"/>
                <a:sym typeface="GE SS Two Light"/>
                <a:rtl val="true"/>
              </a:rPr>
              <a:t>اكتب النص هنا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5535694">
            <a:off x="-448065" y="7664183"/>
            <a:ext cx="4143362" cy="4143362"/>
          </a:xfrm>
          <a:custGeom>
            <a:avLst/>
            <a:gdLst/>
            <a:ahLst/>
            <a:cxnLst/>
            <a:rect r="r" b="b" t="t" l="l"/>
            <a:pathLst>
              <a:path h="4143362" w="4143362">
                <a:moveTo>
                  <a:pt x="0" y="0"/>
                </a:moveTo>
                <a:lnTo>
                  <a:pt x="4143362" y="0"/>
                </a:lnTo>
                <a:lnTo>
                  <a:pt x="4143362" y="4143362"/>
                </a:lnTo>
                <a:lnTo>
                  <a:pt x="0" y="4143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156155">
            <a:off x="14739675" y="7674468"/>
            <a:ext cx="4122791" cy="4122791"/>
          </a:xfrm>
          <a:custGeom>
            <a:avLst/>
            <a:gdLst/>
            <a:ahLst/>
            <a:cxnLst/>
            <a:rect r="r" b="b" t="t" l="l"/>
            <a:pathLst>
              <a:path h="4122791" w="4122791">
                <a:moveTo>
                  <a:pt x="0" y="0"/>
                </a:moveTo>
                <a:lnTo>
                  <a:pt x="4122791" y="0"/>
                </a:lnTo>
                <a:lnTo>
                  <a:pt x="4122791" y="4122791"/>
                </a:lnTo>
                <a:lnTo>
                  <a:pt x="0" y="41227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583542" y="349364"/>
            <a:ext cx="1480842" cy="1358673"/>
          </a:xfrm>
          <a:custGeom>
            <a:avLst/>
            <a:gdLst/>
            <a:ahLst/>
            <a:cxnLst/>
            <a:rect r="r" b="b" t="t" l="l"/>
            <a:pathLst>
              <a:path h="1358673" w="1480842">
                <a:moveTo>
                  <a:pt x="0" y="0"/>
                </a:moveTo>
                <a:lnTo>
                  <a:pt x="1480842" y="0"/>
                </a:lnTo>
                <a:lnTo>
                  <a:pt x="1480842" y="1358672"/>
                </a:lnTo>
                <a:lnTo>
                  <a:pt x="0" y="13586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5900627" y="349364"/>
            <a:ext cx="1358673" cy="1358673"/>
          </a:xfrm>
          <a:custGeom>
            <a:avLst/>
            <a:gdLst/>
            <a:ahLst/>
            <a:cxnLst/>
            <a:rect r="r" b="b" t="t" l="l"/>
            <a:pathLst>
              <a:path h="1358673" w="1358673">
                <a:moveTo>
                  <a:pt x="0" y="0"/>
                </a:moveTo>
                <a:lnTo>
                  <a:pt x="1358673" y="0"/>
                </a:lnTo>
                <a:lnTo>
                  <a:pt x="1358673" y="1358672"/>
                </a:lnTo>
                <a:lnTo>
                  <a:pt x="0" y="13586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2618073" y="-98434"/>
            <a:ext cx="2254267" cy="2254267"/>
          </a:xfrm>
          <a:custGeom>
            <a:avLst/>
            <a:gdLst/>
            <a:ahLst/>
            <a:cxnLst/>
            <a:rect r="r" b="b" t="t" l="l"/>
            <a:pathLst>
              <a:path h="2254267" w="2254267">
                <a:moveTo>
                  <a:pt x="0" y="0"/>
                </a:moveTo>
                <a:lnTo>
                  <a:pt x="2254268" y="0"/>
                </a:lnTo>
                <a:lnTo>
                  <a:pt x="2254268" y="2254268"/>
                </a:lnTo>
                <a:lnTo>
                  <a:pt x="0" y="225426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337257" y="601997"/>
            <a:ext cx="2280817" cy="853406"/>
          </a:xfrm>
          <a:custGeom>
            <a:avLst/>
            <a:gdLst/>
            <a:ahLst/>
            <a:cxnLst/>
            <a:rect r="r" b="b" t="t" l="l"/>
            <a:pathLst>
              <a:path h="853406" w="2280817">
                <a:moveTo>
                  <a:pt x="0" y="0"/>
                </a:moveTo>
                <a:lnTo>
                  <a:pt x="2280816" y="0"/>
                </a:lnTo>
                <a:lnTo>
                  <a:pt x="2280816" y="853406"/>
                </a:lnTo>
                <a:lnTo>
                  <a:pt x="0" y="8534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31828" y="0"/>
            <a:ext cx="9256172" cy="10839642"/>
            <a:chOff x="0" y="0"/>
            <a:chExt cx="2437840" cy="2854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840" cy="2854885"/>
            </a:xfrm>
            <a:custGeom>
              <a:avLst/>
              <a:gdLst/>
              <a:ahLst/>
              <a:cxnLst/>
              <a:rect r="r" b="b" t="t" l="l"/>
              <a:pathLst>
                <a:path h="2854885" w="2437840">
                  <a:moveTo>
                    <a:pt x="0" y="0"/>
                  </a:moveTo>
                  <a:lnTo>
                    <a:pt x="2437840" y="0"/>
                  </a:lnTo>
                  <a:lnTo>
                    <a:pt x="2437840" y="2854885"/>
                  </a:lnTo>
                  <a:lnTo>
                    <a:pt x="0" y="2854885"/>
                  </a:lnTo>
                  <a:close/>
                </a:path>
              </a:pathLst>
            </a:custGeom>
            <a:gradFill rotWithShape="true">
              <a:gsLst>
                <a:gs pos="0">
                  <a:srgbClr val="143B50">
                    <a:alpha val="100000"/>
                  </a:srgbClr>
                </a:gs>
                <a:gs pos="100000">
                  <a:srgbClr val="32708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37840" cy="288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329402" y="-1660008"/>
            <a:ext cx="19810713" cy="1981071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25539" y="4730585"/>
            <a:ext cx="2610058" cy="126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482"/>
              </a:lnSpc>
              <a:spcBef>
                <a:spcPct val="0"/>
              </a:spcBef>
            </a:pPr>
            <a:r>
              <a:rPr lang="en-US" sz="7487" spc="-7">
                <a:solidFill>
                  <a:srgbClr val="143B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Title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1190" y="6088550"/>
            <a:ext cx="8507985" cy="86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22"/>
              </a:lnSpc>
              <a:spcBef>
                <a:spcPct val="0"/>
              </a:spcBef>
            </a:pPr>
            <a:r>
              <a:rPr lang="en-US" sz="5087" spc="-5">
                <a:solidFill>
                  <a:srgbClr val="143B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the text here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1070645" y="0"/>
            <a:ext cx="2141289" cy="2054762"/>
          </a:xfrm>
          <a:custGeom>
            <a:avLst/>
            <a:gdLst/>
            <a:ahLst/>
            <a:cxnLst/>
            <a:rect r="r" b="b" t="t" l="l"/>
            <a:pathLst>
              <a:path h="2054762" w="2141289">
                <a:moveTo>
                  <a:pt x="0" y="0"/>
                </a:moveTo>
                <a:lnTo>
                  <a:pt x="2141290" y="0"/>
                </a:lnTo>
                <a:lnTo>
                  <a:pt x="2141290" y="2054762"/>
                </a:lnTo>
                <a:lnTo>
                  <a:pt x="0" y="2054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3218" t="-328037" r="-1181034" b="-1212507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4970803" y="311215"/>
            <a:ext cx="1605527" cy="1473071"/>
          </a:xfrm>
          <a:custGeom>
            <a:avLst/>
            <a:gdLst/>
            <a:ahLst/>
            <a:cxnLst/>
            <a:rect r="r" b="b" t="t" l="l"/>
            <a:pathLst>
              <a:path h="1473071" w="1605527">
                <a:moveTo>
                  <a:pt x="0" y="0"/>
                </a:moveTo>
                <a:lnTo>
                  <a:pt x="1605527" y="0"/>
                </a:lnTo>
                <a:lnTo>
                  <a:pt x="1605527" y="1473070"/>
                </a:lnTo>
                <a:lnTo>
                  <a:pt x="0" y="14730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522765" y="292165"/>
            <a:ext cx="1473071" cy="1473071"/>
          </a:xfrm>
          <a:custGeom>
            <a:avLst/>
            <a:gdLst/>
            <a:ahLst/>
            <a:cxnLst/>
            <a:rect r="r" b="b" t="t" l="l"/>
            <a:pathLst>
              <a:path h="1473071" w="1473071">
                <a:moveTo>
                  <a:pt x="0" y="0"/>
                </a:moveTo>
                <a:lnTo>
                  <a:pt x="1473070" y="0"/>
                </a:lnTo>
                <a:lnTo>
                  <a:pt x="1473070" y="1473070"/>
                </a:lnTo>
                <a:lnTo>
                  <a:pt x="0" y="1473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3110885" y="-99753"/>
            <a:ext cx="2254267" cy="2254267"/>
          </a:xfrm>
          <a:custGeom>
            <a:avLst/>
            <a:gdLst/>
            <a:ahLst/>
            <a:cxnLst/>
            <a:rect r="r" b="b" t="t" l="l"/>
            <a:pathLst>
              <a:path h="2254267" w="2254267">
                <a:moveTo>
                  <a:pt x="0" y="0"/>
                </a:moveTo>
                <a:lnTo>
                  <a:pt x="2254267" y="0"/>
                </a:lnTo>
                <a:lnTo>
                  <a:pt x="2254267" y="2254268"/>
                </a:lnTo>
                <a:lnTo>
                  <a:pt x="0" y="22542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830069" y="621047"/>
            <a:ext cx="2280817" cy="853406"/>
          </a:xfrm>
          <a:custGeom>
            <a:avLst/>
            <a:gdLst/>
            <a:ahLst/>
            <a:cxnLst/>
            <a:rect r="r" b="b" t="t" l="l"/>
            <a:pathLst>
              <a:path h="853406" w="2280817">
                <a:moveTo>
                  <a:pt x="0" y="0"/>
                </a:moveTo>
                <a:lnTo>
                  <a:pt x="2280816" y="0"/>
                </a:lnTo>
                <a:lnTo>
                  <a:pt x="2280816" y="853406"/>
                </a:lnTo>
                <a:lnTo>
                  <a:pt x="0" y="8534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43B50">
                <a:alpha val="100000"/>
              </a:srgbClr>
            </a:gs>
            <a:gs pos="100000">
              <a:srgbClr val="32708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7118" y="4864373"/>
            <a:ext cx="2038131" cy="2542678"/>
          </a:xfrm>
          <a:custGeom>
            <a:avLst/>
            <a:gdLst/>
            <a:ahLst/>
            <a:cxnLst/>
            <a:rect r="r" b="b" t="t" l="l"/>
            <a:pathLst>
              <a:path h="2542678" w="2038131">
                <a:moveTo>
                  <a:pt x="0" y="0"/>
                </a:moveTo>
                <a:lnTo>
                  <a:pt x="2038131" y="0"/>
                </a:lnTo>
                <a:lnTo>
                  <a:pt x="2038131" y="2542678"/>
                </a:lnTo>
                <a:lnTo>
                  <a:pt x="0" y="2542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377" t="0" r="-12377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854884" y="4864373"/>
            <a:ext cx="2364032" cy="2705944"/>
          </a:xfrm>
          <a:custGeom>
            <a:avLst/>
            <a:gdLst/>
            <a:ahLst/>
            <a:cxnLst/>
            <a:rect r="r" b="b" t="t" l="l"/>
            <a:pathLst>
              <a:path h="2705944" w="2364032">
                <a:moveTo>
                  <a:pt x="0" y="0"/>
                </a:moveTo>
                <a:lnTo>
                  <a:pt x="2364033" y="0"/>
                </a:lnTo>
                <a:lnTo>
                  <a:pt x="2364033" y="2705944"/>
                </a:lnTo>
                <a:lnTo>
                  <a:pt x="0" y="27059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377" t="0" r="-12377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1888618" y="595169"/>
            <a:ext cx="5744544" cy="1103853"/>
            <a:chOff x="0" y="0"/>
            <a:chExt cx="7659391" cy="147180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228600"/>
              <a:ext cx="7659391" cy="1437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244"/>
                </a:lnSpc>
                <a:spcBef>
                  <a:spcPct val="0"/>
                </a:spcBef>
              </a:pPr>
              <a:r>
                <a:rPr lang="en-US" b="true" sz="5888">
                  <a:solidFill>
                    <a:srgbClr val="FAFAFA"/>
                  </a:solidFill>
                  <a:latin typeface="Avenir LT Std Medium"/>
                  <a:ea typeface="Avenir LT Std Medium"/>
                  <a:cs typeface="Avenir LT Std Medium"/>
                  <a:sym typeface="Avenir LT Std Medium"/>
                </a:rPr>
                <a:t>COMPETITIONS</a:t>
              </a:r>
            </a:p>
          </p:txBody>
        </p:sp>
        <p:grpSp>
          <p:nvGrpSpPr>
            <p:cNvPr name="Group 6" id="6"/>
            <p:cNvGrpSpPr/>
            <p:nvPr/>
          </p:nvGrpSpPr>
          <p:grpSpPr>
            <a:xfrm rot="0">
              <a:off x="895409" y="172115"/>
              <a:ext cx="618254" cy="61825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EC49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2233" lIns="32233" bIns="32233" rIns="32233"/>
              <a:lstStyle/>
              <a:p>
                <a:pPr algn="ctr">
                  <a:lnSpc>
                    <a:spcPts val="3148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804287" y="855504"/>
              <a:ext cx="4855105" cy="6162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3625"/>
                </a:lnSpc>
                <a:spcBef>
                  <a:spcPct val="0"/>
                </a:spcBef>
              </a:pPr>
              <a:r>
                <a:rPr lang="ar-EG" sz="2589" spc="-2">
                  <a:solidFill>
                    <a:srgbClr val="FAFAFA"/>
                  </a:solidFill>
                  <a:latin typeface="GE SS Two Light"/>
                  <a:ea typeface="GE SS Two Light"/>
                  <a:cs typeface="GE SS Two Light"/>
                  <a:sym typeface="GE SS Two Light"/>
                  <a:rtl val="true"/>
                </a:rPr>
                <a:t>مسابقات اليوم الهندسي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144000" y="4278528"/>
            <a:ext cx="3877634" cy="3877634"/>
          </a:xfrm>
          <a:custGeom>
            <a:avLst/>
            <a:gdLst/>
            <a:ahLst/>
            <a:cxnLst/>
            <a:rect r="r" b="b" t="t" l="l"/>
            <a:pathLst>
              <a:path h="3877634" w="3877634">
                <a:moveTo>
                  <a:pt x="0" y="0"/>
                </a:moveTo>
                <a:lnTo>
                  <a:pt x="3877634" y="0"/>
                </a:lnTo>
                <a:lnTo>
                  <a:pt x="3877634" y="3877634"/>
                </a:lnTo>
                <a:lnTo>
                  <a:pt x="0" y="38776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034951" y="5611144"/>
            <a:ext cx="4031206" cy="1508343"/>
          </a:xfrm>
          <a:custGeom>
            <a:avLst/>
            <a:gdLst/>
            <a:ahLst/>
            <a:cxnLst/>
            <a:rect r="r" b="b" t="t" l="l"/>
            <a:pathLst>
              <a:path h="1508343" w="4031206">
                <a:moveTo>
                  <a:pt x="0" y="0"/>
                </a:moveTo>
                <a:lnTo>
                  <a:pt x="4031206" y="0"/>
                </a:lnTo>
                <a:lnTo>
                  <a:pt x="4031206" y="1508343"/>
                </a:lnTo>
                <a:lnTo>
                  <a:pt x="0" y="1508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42085" y="4644446"/>
            <a:ext cx="3140889" cy="3145797"/>
          </a:xfrm>
          <a:custGeom>
            <a:avLst/>
            <a:gdLst/>
            <a:ahLst/>
            <a:cxnLst/>
            <a:rect r="r" b="b" t="t" l="l"/>
            <a:pathLst>
              <a:path h="3145797" w="3140889">
                <a:moveTo>
                  <a:pt x="0" y="0"/>
                </a:moveTo>
                <a:lnTo>
                  <a:pt x="3140889" y="0"/>
                </a:lnTo>
                <a:lnTo>
                  <a:pt x="3140889" y="3145797"/>
                </a:lnTo>
                <a:lnTo>
                  <a:pt x="0" y="31457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218917" y="2674056"/>
            <a:ext cx="6528115" cy="140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55"/>
              </a:lnSpc>
              <a:spcBef>
                <a:spcPct val="0"/>
              </a:spcBef>
            </a:pPr>
            <a:r>
              <a:rPr lang="en-US" sz="8253">
                <a:solidFill>
                  <a:srgbClr val="FAFAFA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Thank you... 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3870" y="9031719"/>
            <a:ext cx="2860219" cy="376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847"/>
              </a:lnSpc>
              <a:spcBef>
                <a:spcPct val="0"/>
              </a:spcBef>
            </a:pPr>
            <a:r>
              <a:rPr lang="ar-EG" sz="2034" spc="-2">
                <a:solidFill>
                  <a:srgbClr val="FAFAFA"/>
                </a:solidFill>
                <a:latin typeface="GE SS Two Light"/>
                <a:ea typeface="GE SS Two Light"/>
                <a:cs typeface="GE SS Two Light"/>
                <a:sym typeface="GE SS Two Light"/>
                <a:rtl val="true"/>
              </a:rPr>
              <a:t>#اليوم _الهندسي_</a:t>
            </a:r>
            <a:r>
              <a:rPr lang="en-US" sz="2034" spc="-2">
                <a:solidFill>
                  <a:srgbClr val="FAFAFA"/>
                </a:solidFill>
                <a:latin typeface="GE SS Two Light"/>
                <a:ea typeface="GE SS Two Light"/>
                <a:cs typeface="GE SS Two Light"/>
                <a:sym typeface="GE SS Two Light"/>
              </a:rPr>
              <a:t>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DAGbi-Ofp6M</dc:identifier>
  <dcterms:modified xsi:type="dcterms:W3CDTF">2011-08-01T06:04:30Z</dcterms:modified>
  <cp:revision>1</cp:revision>
  <dc:title>AI Participant slides template</dc:title>
</cp:coreProperties>
</file>